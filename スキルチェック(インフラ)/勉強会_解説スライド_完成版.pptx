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インフラ実務スキルチェック 解説勉強会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社内試験フォローアップ（完成版）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問題：inode 枯渇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ディスク容量は空いているのに書き込みできない理由は？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解説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正解：inode 枯渇</a:t>
            </a:r>
          </a:p>
          <a:p/>
          <a:p>
            <a:r>
              <a:t>小さなファイルの大量生成やログ肥大が原因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実務判断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df -i で inode 使用率を確認</a:t>
            </a:r>
          </a:p>
          <a:p>
            <a:r>
              <a:t>ログローテーションを検討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問題：SSHログイン遅延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SSH接続が遅い場合に疑う点は？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解説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正解：DNS逆引き</a:t>
            </a:r>
          </a:p>
          <a:p>
            <a:r>
              <a:t>PTR未設定で待たされる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実務判断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UseDNS設定確認</a:t>
            </a:r>
          </a:p>
          <a:p>
            <a:r>
              <a:t>dig -x で逆引き確認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問題：AWS請求額急増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月額料金が急増した際の初動は？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解説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正解：Cost Explorer</a:t>
            </a:r>
          </a:p>
          <a:p>
            <a:r>
              <a:t>サービス別に増加要因を特定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実務判断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 Gateway転送料金</a:t>
            </a:r>
          </a:p>
          <a:p>
            <a:r>
              <a:t>CloudWatchメトリクス確認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